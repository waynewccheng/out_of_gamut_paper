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1" r:id="rId7"/>
    <p:sldId id="260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78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Reproducible Colors of Digital Pathology Images in the </a:t>
            </a:r>
            <a:r>
              <a:rPr lang="en-US" dirty="0" err="1"/>
              <a:t>sRGB</a:t>
            </a:r>
            <a:r>
              <a:rPr lang="en-US" dirty="0"/>
              <a:t> Color 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6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WSI has 3</a:t>
            </a:r>
          </a:p>
          <a:p>
            <a:r>
              <a:rPr lang="en-US" dirty="0" smtClean="0"/>
              <a:t>Convert between optical and digital</a:t>
            </a:r>
          </a:p>
          <a:p>
            <a:r>
              <a:rPr lang="en-US" dirty="0" smtClean="0"/>
              <a:t>Color is </a:t>
            </a:r>
            <a:r>
              <a:rPr lang="en-US" dirty="0" smtClean="0"/>
              <a:t>important</a:t>
            </a:r>
          </a:p>
          <a:p>
            <a:pPr lvl="1"/>
            <a:r>
              <a:rPr lang="en-US" smtClean="0"/>
              <a:t>Color imaging </a:t>
            </a:r>
          </a:p>
          <a:p>
            <a:pPr lvl="1"/>
            <a:r>
              <a:rPr lang="en-US" dirty="0" smtClean="0"/>
              <a:t>FDA</a:t>
            </a:r>
            <a:endParaRPr lang="en-US" dirty="0" smtClean="0"/>
          </a:p>
          <a:p>
            <a:r>
              <a:rPr lang="en-US" dirty="0" smtClean="0"/>
              <a:t>Color needs digital and unit</a:t>
            </a:r>
          </a:p>
          <a:p>
            <a:r>
              <a:rPr lang="en-US" dirty="0" smtClean="0"/>
              <a:t>Unit is color space</a:t>
            </a:r>
          </a:p>
          <a:p>
            <a:r>
              <a:rPr lang="en-US" dirty="0" smtClean="0"/>
              <a:t>Present devices lack specifications of color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6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Problem: </a:t>
            </a:r>
            <a:r>
              <a:rPr lang="en-US" dirty="0" err="1" smtClean="0"/>
              <a:t>sRGB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7516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Glass slides</a:t>
            </a:r>
          </a:p>
          <a:p>
            <a:r>
              <a:rPr lang="en-US" dirty="0" smtClean="0"/>
              <a:t>Multispectral</a:t>
            </a:r>
          </a:p>
          <a:p>
            <a:r>
              <a:rPr lang="en-US" dirty="0" smtClean="0"/>
              <a:t>CIELAB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128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Out of gamut pixels</a:t>
            </a:r>
          </a:p>
          <a:p>
            <a:r>
              <a:rPr lang="en-US" dirty="0" smtClean="0"/>
              <a:t>OOG lab</a:t>
            </a:r>
          </a:p>
          <a:p>
            <a:r>
              <a:rPr lang="en-US" dirty="0" smtClean="0"/>
              <a:t>OOG </a:t>
            </a:r>
            <a:r>
              <a:rPr lang="en-US" dirty="0" err="1" smtClean="0"/>
              <a:t>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733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70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Adobe</a:t>
            </a:r>
          </a:p>
          <a:p>
            <a:r>
              <a:rPr lang="en-US" dirty="0" smtClean="0"/>
              <a:t>ROMM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90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 Stain/organ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87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53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5368</TotalTime>
  <Words>69</Words>
  <Application>Microsoft Office PowerPoint</Application>
  <PresentationFormat>On-screen Show (4:3)</PresentationFormat>
  <Paragraphs>28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Reproducible Colors of Digital Pathology Images in the sRGB Color Space</vt:lpstr>
      <vt:lpstr>Abstract</vt:lpstr>
      <vt:lpstr>Background</vt:lpstr>
      <vt:lpstr>Methods</vt:lpstr>
      <vt:lpstr>Results</vt:lpstr>
      <vt:lpstr>PowerPoint Presentation</vt:lpstr>
      <vt:lpstr>Results</vt:lpstr>
      <vt:lpstr>Future Work</vt:lpstr>
      <vt:lpstr>Conclusion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Colors of Digital Pathology Images in the sRGB Color Space</dc:title>
  <dc:creator>wcc</dc:creator>
  <cp:lastModifiedBy>wcc</cp:lastModifiedBy>
  <cp:revision>5</cp:revision>
  <dcterms:created xsi:type="dcterms:W3CDTF">2006-08-16T00:00:00Z</dcterms:created>
  <dcterms:modified xsi:type="dcterms:W3CDTF">2018-12-30T14:48:10Z</dcterms:modified>
</cp:coreProperties>
</file>